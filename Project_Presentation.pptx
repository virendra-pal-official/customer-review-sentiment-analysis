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CUSTOMER REVIEW</a:t>
            </a:r>
            <a:br/>
            <a:r>
              <a:t>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A69"/>
                </a:solidFill>
              </a:defRPr>
            </a:pPr>
            <a:r>
              <a:t>NLP / Binary Text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Project ID: AAI-003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Invertis University, Bareilly | BCA AI | Semester V | Section A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Mentor: Sachin Kumar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Team Leader: Virendra 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Businesses receive large volumes of customer reviews.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Manual reading of every review can be time-consuming.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A first-pass classifier can organize feedback for human review.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The model supports people; it does not replace human judgment.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Collect and inspect labelled customer reviews.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Clean text and define sentiment labels.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Build TF-IDF features from review text.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Train Logistic Regression and Multinomial Naive Bayes.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Compare models with class-wise metrics and macro-F1.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Inspect mistakes and document limitations.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Dataset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Source: UCI Sentiment Labelled Sentences (Amazon, IMDb, Yelp).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Labels: 1 = Positive, 0 = Negative.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The dataset does not contain a Neutral class.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Binary classification is therefore the honest project scope.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Notebook records actual parsed and cleaned row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Python and Google Colab / Jupyter Notebook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Pandas and NumPy for data handling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scikit-learn for TF-IDF and machine learning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Matplotlib / Seaborn for charts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Joblib for saving the trained model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Optional Streamlit interface for new review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Inspect data quality and class distribution.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Clean missing/empty text; remove exact duplicate reviews.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Split data: 60% train / 20% validation / 20% test.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Fit TF-IDF on training data only.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Train both classifiers and select using validation macro-F1.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Evaluate both models once on the held-out test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Models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TF-IDF: converts text into weighted word and phrase features.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Logistic Regression: linear classifier for sentiment labels.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Multinomial Naive Bayes: probabilistic text classifier.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Only review text is used as a predictor.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Validation macro-F1 determines model selection.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Accuracy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Macro precision, macro recall, and macro-F1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Positive and Negative class-wise precision / recall / F1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Confusion matrices for both models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Human review of at least five incorrect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Final Results — Fill After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Logistic Regression — Accuracy: [insert actual value]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Logistic Regression — Macro F1: [insert actual value]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Multinomial Naive Bayes — Accuracy: [insert actual value]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Multinomial Naive Bayes — Macro F1: [insert actual value]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Selected model: [based on validation macro-F1]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Use outputs/test_model_comparison.csv; do not invent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Review the original wording of incorrect predictions.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Check for negation, mixed opinions, ambiguity, sarcasm, or context.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Record a reason only when supported by the review text.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Human review is important for unclear customer feedback.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Limitations &amp;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Binary dataset: Neutral sentiment is not evaluated.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English-only data; language and regional coverage are limited.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Sarcasm, spelling variation, slang, and context remain challenging.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Confidence is an estimate, not a guarantee.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Use predictions as decision support with human oversight.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Add a properly labelled Neutral class.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Expand to more products, services, and languages.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Compare SVM and transformer-based models.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Build a human-in-the-loop dashboard.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Monitor performance on fresh reviews.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Team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Virendra Pal — Team Leader and project integration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14 members cover dataset, preprocessing, models, evaluation, graphs, error analysis, documentation.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See TEAM_TASK_ALLOCATION.xlsx for each member's detailed task and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A reproducible classical NLP pipeline for binary sentiment analysis.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Final model choice must follow validation macro-F1 and held-out test evidence.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UCI dataset: https://archive.ics.uci.edu/dataset/331/sentiment+labelled+sentences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scikit-learn: https://scikit-learn.org/stable/</a:t>
            </a:r>
          </a:p>
          <a:p>
            <a:pPr>
              <a:spcAft>
                <a:spcPts val="1400"/>
              </a:spcAft>
              <a:defRPr sz="2100">
                <a:solidFill>
                  <a:srgbClr val="2D3746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AAI-003 | Customer Review Sentiment Analysis | Invertis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